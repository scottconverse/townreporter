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D45BC49-3FC1-4922-9089-180788A6C55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ldImg"/>
          </p:nvPr>
        </p:nvSpPr>
        <p:spPr>
          <a:xfrm>
            <a:off x="720000" y="720000"/>
            <a:ext cx="3600000" cy="2520000"/>
          </a:xfrm>
          <a:prstGeom prst="rect">
            <a:avLst/>
          </a:prstGeom>
          <a:ln w="0">
            <a:noFill/>
          </a:ln>
        </p:spPr>
      </p:sp>
      <p:sp>
        <p:nvSpPr>
          <p:cNvPr id="19" name=""/>
          <p:cNvSpPr txBox="1"/>
          <p:nvPr/>
        </p:nvSpPr>
        <p:spPr>
          <a:xfrm>
            <a:off x="720000" y="3600000"/>
            <a:ext cx="5400000" cy="36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Mention the 6% rate increase.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ldImg"/>
          </p:nvPr>
        </p:nvSpPr>
        <p:spPr>
          <a:xfrm>
            <a:off x="720000" y="720000"/>
            <a:ext cx="3600000" cy="2520000"/>
          </a:xfrm>
          <a:prstGeom prst="rect">
            <a:avLst/>
          </a:prstGeom>
          <a:ln w="0">
            <a:noFill/>
          </a:ln>
        </p:spPr>
      </p:sp>
      <p:sp>
        <p:nvSpPr>
          <p:cNvPr id="21" name=""/>
          <p:cNvSpPr txBox="1"/>
          <p:nvPr/>
        </p:nvSpPr>
        <p:spPr>
          <a:xfrm>
            <a:off x="720000" y="3600000"/>
            <a:ext cx="5400000" cy="360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Wrap up by 8 PM.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5427C0-5D02-48B2-9ED4-00D4F50E34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080F3D-6B0E-48F7-9027-7265940E32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72D1EEE-C2AA-42C6-8C67-03E0EC39995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20000" y="720000"/>
            <a:ext cx="720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Budget Hearing Opening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Water Rates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Questions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LibreOffice/26.8.1.1$Windows_X86_64 LibreOffice_project/bf6ef2662401c7d6dce671ab4deb26ee0af3a7c1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